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608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723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232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32451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686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8209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014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61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848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46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231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7724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076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821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6306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693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0043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923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240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09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17732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768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180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8985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57940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89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92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E2E4-3098-D5B2-4EA8-005EA1E11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ED6513-32D6-DCCD-DD24-A088189D8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39393-F0DE-7935-4AAC-A3F3AF04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6D10A-38C7-A336-30C3-76AD2E3B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1A5CC-13E3-ECCC-C7A9-11755C60B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478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4338FBD-E0D4-4065-AE52-091A8ACBD56E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544D4531-0C71-4B49-AB6B-D07B924C0CF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3111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086A-538C-880D-9BC6-5C1A83C2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19" y="392667"/>
            <a:ext cx="6794481" cy="369333"/>
          </a:xfrm>
        </p:spPr>
        <p:txBody>
          <a:bodyPr>
            <a:noAutofit/>
          </a:bodyPr>
          <a:lstStyle/>
          <a:p>
            <a:r>
              <a:rPr lang="en-IN" sz="4000" dirty="0"/>
              <a:t>Predicting Customer Buying Behaviour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E35DE63-0BB2-2B85-AC2F-B14C15B991C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" r="1857"/>
          <a:stretch/>
        </p:blipFill>
        <p:spPr>
          <a:xfrm>
            <a:off x="503785" y="2633888"/>
            <a:ext cx="6316813" cy="4224112"/>
          </a:xfrm>
          <a:prstGeom prst="rect">
            <a:avLst/>
          </a:prstGeom>
          <a:blipFill>
            <a:blip r:embed="rId3">
              <a:alphaModFix amt="80000"/>
            </a:blip>
            <a:stretch>
              <a:fillRect/>
            </a:stretch>
          </a:blipFill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97CA3C-49F0-1485-68CC-52ED05452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Predict whether a customer is likely to complete a booking, enabling British Airways to proactively target high-potential customers before travel.</a:t>
            </a:r>
          </a:p>
          <a:p>
            <a:r>
              <a:rPr lang="en-IN" b="1" dirty="0"/>
              <a:t>Dataset:</a:t>
            </a:r>
            <a:r>
              <a:rPr lang="en-IN" dirty="0"/>
              <a:t> 50,000 customer bookings</a:t>
            </a:r>
            <a:br>
              <a:rPr lang="en-IN" dirty="0"/>
            </a:br>
            <a:r>
              <a:rPr lang="en-IN" b="1" dirty="0"/>
              <a:t>Target:</a:t>
            </a:r>
            <a:r>
              <a:rPr lang="en-IN" dirty="0"/>
              <a:t> booking_complete</a:t>
            </a:r>
          </a:p>
          <a:p>
            <a:pPr marL="0" indent="0">
              <a:buNone/>
            </a:pPr>
            <a:r>
              <a:rPr lang="en-IN" b="1" dirty="0"/>
              <a:t>MODEL PERFORMANCE</a:t>
            </a:r>
          </a:p>
          <a:p>
            <a:r>
              <a:rPr lang="en-IN" dirty="0"/>
              <a:t>ROC-AUC: 0.790</a:t>
            </a:r>
          </a:p>
          <a:p>
            <a:r>
              <a:rPr lang="en-IN" dirty="0"/>
              <a:t>5-Fold CV ROC-AUC: 0.776 ± 0.004</a:t>
            </a:r>
          </a:p>
          <a:p>
            <a:r>
              <a:rPr lang="en-IN" dirty="0"/>
              <a:t>The model shows reasonable ability to distinguish customers who complete bookings from those who do not, with consistent cross-validation performance.</a:t>
            </a:r>
          </a:p>
          <a:p>
            <a:endParaRPr lang="en-IN" b="1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E9474-38DD-BC00-F53B-1B0B06D31287}"/>
              </a:ext>
            </a:extLst>
          </p:cNvPr>
          <p:cNvSpPr txBox="1"/>
          <p:nvPr/>
        </p:nvSpPr>
        <p:spPr>
          <a:xfrm>
            <a:off x="7680068" y="392668"/>
            <a:ext cx="242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BUSINESS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EFA17-BDD6-92B8-A37D-945DCDB0E728}"/>
              </a:ext>
            </a:extLst>
          </p:cNvPr>
          <p:cNvSpPr txBox="1"/>
          <p:nvPr/>
        </p:nvSpPr>
        <p:spPr>
          <a:xfrm>
            <a:off x="419119" y="973668"/>
            <a:ext cx="643466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dirty="0"/>
              <a:t>Route contributes the most to model prediction (25.9% feature importance).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b="1" dirty="0"/>
              <a:t>Purchase lead, flight hour and length of stay</a:t>
            </a:r>
            <a:r>
              <a:rPr lang="en-IN" sz="1200" dirty="0"/>
              <a:t> are the next strongest predictors.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dirty="0"/>
              <a:t>The model identifies meaningful patterns, but performance is moderate (</a:t>
            </a:r>
            <a:r>
              <a:rPr lang="en-IN" sz="1200" b="1" dirty="0"/>
              <a:t>CV ROC-AUC 0.776</a:t>
            </a:r>
            <a:r>
              <a:rPr lang="en-IN" sz="1200" dirty="0"/>
              <a:t>)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dirty="0"/>
              <a:t>Prioritise customers associated with </a:t>
            </a:r>
            <a:r>
              <a:rPr lang="en-IN" sz="1200" b="1" dirty="0"/>
              <a:t>high-performing routes</a:t>
            </a:r>
            <a:r>
              <a:rPr lang="en-IN" sz="1200" dirty="0"/>
              <a:t>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dirty="0"/>
              <a:t>Use </a:t>
            </a:r>
            <a:r>
              <a:rPr lang="en-IN" sz="1200" b="1" dirty="0"/>
              <a:t>booking timing and travel characteristics</a:t>
            </a:r>
            <a:r>
              <a:rPr lang="en-IN" sz="1200" dirty="0"/>
              <a:t> to identify potential customers earlier. </a:t>
            </a:r>
          </a:p>
          <a:p>
            <a:pPr marL="228600" lvl="0" indent="-228600">
              <a:buFont typeface="Arial" panose="020B0604020202020204" pitchFamily="34" charset="0"/>
              <a:buChar char="•"/>
            </a:pPr>
            <a:r>
              <a:rPr lang="en-IN" sz="1200" dirty="0"/>
              <a:t>Use model predictions for </a:t>
            </a:r>
            <a:r>
              <a:rPr lang="en-IN" sz="1200" b="1" dirty="0"/>
              <a:t>targeted marketing</a:t>
            </a:r>
            <a:r>
              <a:rPr lang="en-IN" sz="1200" dirty="0"/>
              <a:t>, rather than treating every customer equally.</a:t>
            </a:r>
          </a:p>
          <a:p>
            <a:pPr lvl="0"/>
            <a:r>
              <a:rPr lang="en-IN" sz="1100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4330244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27</TotalTime>
  <Words>150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Haettenschweiler</vt:lpstr>
      <vt:lpstr>Trade Gothic Next Light</vt:lpstr>
      <vt:lpstr>Editorial</vt:lpstr>
      <vt:lpstr>Predicting Customer Buying Behaviour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Saurabh Jain</dc:creator>
  <cp:lastModifiedBy>Saurabh Jain</cp:lastModifiedBy>
  <cp:revision>5</cp:revision>
  <dcterms:created xsi:type="dcterms:W3CDTF">2026-09-13T09:08:32Z</dcterms:created>
  <dcterms:modified xsi:type="dcterms:W3CDTF">2026-09-13T09:37:05Z</dcterms:modified>
</cp:coreProperties>
</file>